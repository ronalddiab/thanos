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4"/>
    <p:sldMasterId id="2147483711" r:id="rId5"/>
    <p:sldMasterId id="2147483722" r:id="rId6"/>
  </p:sldMasterIdLst>
  <p:sldIdLst>
    <p:sldId id="262" r:id="rId7"/>
  </p:sldIdLst>
  <p:sldSz cx="9906000" cy="6858000" type="A4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i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900" i="1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900" i="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900" i="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900" i="1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900" i="1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900" i="1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900" i="1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900" i="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2" orient="horz" pos="600">
          <p15:clr>
            <a:srgbClr val="A4A3A4"/>
          </p15:clr>
        </p15:guide>
        <p15:guide id="3" orient="horz" pos="4176">
          <p15:clr>
            <a:srgbClr val="A4A3A4"/>
          </p15:clr>
        </p15:guide>
        <p15:guide id="6" orient="horz" pos="2184">
          <p15:clr>
            <a:srgbClr val="A4A3A4"/>
          </p15:clr>
        </p15:guide>
        <p15:guide id="8" pos="192">
          <p15:clr>
            <a:srgbClr val="A4A3A4"/>
          </p15:clr>
        </p15:guide>
        <p15:guide id="9" pos="6096">
          <p15:clr>
            <a:srgbClr val="A4A3A4"/>
          </p15:clr>
        </p15:guide>
        <p15:guide id="11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33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18" y="114"/>
      </p:cViewPr>
      <p:guideLst>
        <p:guide orient="horz" pos="600"/>
        <p:guide orient="horz" pos="4176"/>
        <p:guide orient="horz" pos="2184"/>
        <p:guide pos="192"/>
        <p:guide pos="609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9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AC493-77F1-47A9-AB3C-D7D53DBA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503" y="1778924"/>
            <a:ext cx="4776960" cy="1823114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07A512-53B3-44D6-84A9-25A418C5C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503" y="4064924"/>
            <a:ext cx="5419464" cy="149213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9BD279-5655-48A7-ACBC-DA778407B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581" y="889462"/>
            <a:ext cx="3814382" cy="473645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34534C2-6707-447B-B983-48AFA2950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7DF2C9-C90B-495D-A024-DCFF26C89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/>
            </a:lvl1pPr>
          </a:lstStyle>
          <a:p>
            <a:fld id="{47326A65-339F-413E-AB7A-B0FB747C0630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988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14FAD-2AEB-4684-80D5-C2C35D156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7DF1C-EBEB-485D-9288-F2283C42D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F7364-9938-437F-ADED-1A5571615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AG Avril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3FF5B-A5D5-47C9-AEF8-94124554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/>
            </a:lvl1pPr>
          </a:lstStyle>
          <a:p>
            <a:fld id="{47326A65-339F-413E-AB7A-B0FB747C0630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94E0715-1C7D-41AC-B722-142D926C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7531937" cy="7487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F8721F-BD2C-46E4-86B9-CB4161BCFB13}"/>
              </a:ext>
            </a:extLst>
          </p:cNvPr>
          <p:cNvCxnSpPr>
            <a:cxnSpLocks/>
          </p:cNvCxnSpPr>
          <p:nvPr/>
        </p:nvCxnSpPr>
        <p:spPr>
          <a:xfrm>
            <a:off x="681038" y="1130532"/>
            <a:ext cx="9011602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20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table and chairs on a balcony overlooking a city&#10;&#10;Description automatically generated with medium confidence">
            <a:extLst>
              <a:ext uri="{FF2B5EF4-FFF2-40B4-BE49-F238E27FC236}">
                <a16:creationId xmlns:a16="http://schemas.microsoft.com/office/drawing/2014/main" id="{AC8415AC-B8ED-445C-8121-10D3A6B450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4" y="189913"/>
            <a:ext cx="9786706" cy="65315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046EF3-0A17-4E81-98B3-BF502D92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E61E7-6C8C-42F8-B39B-A741917CB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F6966-9E28-4E84-ADD3-08A4B58A7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78522-8B6E-45AD-9DDE-CB277BBF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 Avril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C9401-1779-4F76-8200-1AEE4BEC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/>
            </a:lvl1pPr>
          </a:lstStyle>
          <a:p>
            <a:fld id="{47326A65-339F-413E-AB7A-B0FB747C0630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3100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1C7E8-AF89-493A-B07C-39612F7C8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A1655-1A6B-410F-BCBB-BC9F95F39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A388C-3169-4E93-89A7-556E23346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1BB20-DA3F-4E81-9E68-D2376D6B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 Avril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92A76-69B8-4408-8781-9847298A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/>
            </a:lvl1pPr>
          </a:lstStyle>
          <a:p>
            <a:fld id="{47326A65-339F-413E-AB7A-B0FB747C0630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AB0C15-4A2F-4845-8087-E94A88A2B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7531937" cy="7487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6C56F8-C390-4866-B276-D73CEDEED963}"/>
              </a:ext>
            </a:extLst>
          </p:cNvPr>
          <p:cNvCxnSpPr>
            <a:cxnSpLocks/>
          </p:cNvCxnSpPr>
          <p:nvPr/>
        </p:nvCxnSpPr>
        <p:spPr>
          <a:xfrm>
            <a:off x="681038" y="1130532"/>
            <a:ext cx="9011602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189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0399E-F4C4-4417-80AA-261913240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71B5F-CFA2-4683-972E-95AC3BDCD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50898-3753-44E1-BECD-C1015AAF7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A4A1B-E482-4B2C-BCEA-50B907E48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CB8F58-9DFD-45F9-8E16-D0599F4D6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693067-668D-46BC-BA7D-91BAF4827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 Avril 2022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4920F-74EF-48C8-ABC4-91FA0347F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/>
            </a:lvl1pPr>
          </a:lstStyle>
          <a:p>
            <a:fld id="{47326A65-339F-413E-AB7A-B0FB747C0630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B0958EF-ADAF-4B27-88B5-E7136CFDF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7531937" cy="7487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6DD99C-0EAA-414D-83EA-377C92DD3185}"/>
              </a:ext>
            </a:extLst>
          </p:cNvPr>
          <p:cNvCxnSpPr>
            <a:cxnSpLocks/>
          </p:cNvCxnSpPr>
          <p:nvPr/>
        </p:nvCxnSpPr>
        <p:spPr>
          <a:xfrm>
            <a:off x="681038" y="1130532"/>
            <a:ext cx="9011602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570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6D348-1055-49E7-8185-5136C5531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B7BCA-0669-4D4C-AF61-B83F4DE68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 Avril 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ED2F0-BA97-4384-A16E-53F559EBC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/>
            </a:lvl1pPr>
          </a:lstStyle>
          <a:p>
            <a:fld id="{47326A65-339F-413E-AB7A-B0FB747C0630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415C68-BDB7-495E-8E1F-DFAD1D8BD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7531937" cy="7487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9683E-3B31-4844-8CE6-238D438C2AE0}"/>
              </a:ext>
            </a:extLst>
          </p:cNvPr>
          <p:cNvCxnSpPr>
            <a:cxnSpLocks/>
          </p:cNvCxnSpPr>
          <p:nvPr/>
        </p:nvCxnSpPr>
        <p:spPr>
          <a:xfrm>
            <a:off x="681038" y="1130532"/>
            <a:ext cx="9011602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113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C299E-3FD1-4660-AD74-DCA7A198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B22D9-222A-43B3-9BCB-152CC694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AG Avril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38C89-6FB9-4D2F-9054-08BEFC592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/>
            </a:lvl1pPr>
          </a:lstStyle>
          <a:p>
            <a:fld id="{47326A65-339F-413E-AB7A-B0FB747C0630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7736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1D49-0A76-42AA-A9CC-D27CB1A15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435F6-54E2-4207-A0D9-0B384B830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72BE3-5145-46B1-9925-E948D4A10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FD3C2-592A-484B-A5A5-743E6F89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86126-64C7-4991-BFFA-C717D8FFA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 Avril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094D9-5BB3-46CA-A165-9A67C764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/>
            </a:lvl1pPr>
          </a:lstStyle>
          <a:p>
            <a:fld id="{47326A65-339F-413E-AB7A-B0FB747C0630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9110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D9C9-EC76-4421-A595-A5548437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38E3A1-47ED-4128-A7F5-B4FD786CB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5F7B5-5DDB-474E-9B16-1CBD627ED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21784-4886-4048-B5E1-A9DA074E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83CFB-62E5-4B16-BBDC-F18F5019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 Avril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9443E-252C-4F35-A7E9-87F67E68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/>
            </a:lvl1pPr>
          </a:lstStyle>
          <a:p>
            <a:fld id="{47326A65-339F-413E-AB7A-B0FB747C0630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5332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C0DDB-7F2B-47BF-86F6-1661B8C12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D39E7-B1F3-48CC-B961-D68F25875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CFA62-3583-4069-B76F-A53ACCD3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 Avril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56D54-2E88-4A42-8156-39204D93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/>
            </a:lvl1pPr>
          </a:lstStyle>
          <a:p>
            <a:fld id="{47326A65-339F-413E-AB7A-B0FB747C0630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5E5664-14F3-484C-8D63-8375BA163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7531937" cy="7487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067672-498A-4586-9C76-173974353A53}"/>
              </a:ext>
            </a:extLst>
          </p:cNvPr>
          <p:cNvCxnSpPr>
            <a:cxnSpLocks/>
          </p:cNvCxnSpPr>
          <p:nvPr/>
        </p:nvCxnSpPr>
        <p:spPr>
          <a:xfrm>
            <a:off x="681038" y="1130532"/>
            <a:ext cx="9011602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898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0EEFF-5F8C-435D-B867-07600FC22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E9DBD-C600-477F-B640-B38DB11B5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97A4C-D238-4338-8083-989329A9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AD0A7-D64D-4C50-82DA-4E751F9B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 Avril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8D227-F6D0-49B9-B82A-0B1A01E2F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/>
            </a:lvl1pPr>
          </a:lstStyle>
          <a:p>
            <a:fld id="{47326A65-339F-413E-AB7A-B0FB747C0630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7251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A3CDD-8C61-4299-8AAC-EDCC5C0F5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9" y="365126"/>
            <a:ext cx="8255144" cy="7903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25645-22FC-4816-A925-64B5A6F28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50167-4D9C-4C7E-9B2E-18A208AFD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E970-93CB-4967-AAE3-7D9320EDD692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DDF5F-B600-4180-8105-886EB0007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A6F20-8597-444D-848A-FE6167D3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F73B-5176-4363-A37D-59EE4F573E33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1EDA31-9829-4DF2-BD98-3C11CAA8BF29}"/>
              </a:ext>
            </a:extLst>
          </p:cNvPr>
          <p:cNvCxnSpPr>
            <a:cxnSpLocks/>
          </p:cNvCxnSpPr>
          <p:nvPr/>
        </p:nvCxnSpPr>
        <p:spPr>
          <a:xfrm>
            <a:off x="681038" y="1130532"/>
            <a:ext cx="9011602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858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E6C6E-BFBF-4D0A-9D98-9B42768C3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D38BC-0990-4718-8E96-00EE72710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4AB6-A626-4873-9666-0D70FA7EA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E970-93CB-4967-AAE3-7D9320EDD692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92492-AF55-4351-BF48-30B02E8E4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BB6E6-007A-4C00-AC7B-B7473A53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F73B-5176-4363-A37D-59EE4F573E3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253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45DDF-04F1-4571-9FA6-44F8F3634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02F3A-C399-4883-B17C-0F2F70F0E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68AC8-E414-4E8C-80CE-996B496A2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E970-93CB-4967-AAE3-7D9320EDD692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0FC63-2E0C-45D2-9D53-AF34B35C2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7DBF3-7C99-468A-8C9A-C158DED03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F73B-5176-4363-A37D-59EE4F573E33}" type="slidenum">
              <a:rPr lang="fr-FR" smtClean="0"/>
              <a:t>‹#›</a:t>
            </a:fld>
            <a:endParaRPr lang="fr-F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D0F788-664B-4447-BBD1-CA76F8DE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9" y="365126"/>
            <a:ext cx="8255144" cy="7903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72E700-9FCC-4FDF-BAD2-6EDA60A39067}"/>
              </a:ext>
            </a:extLst>
          </p:cNvPr>
          <p:cNvCxnSpPr>
            <a:cxnSpLocks/>
          </p:cNvCxnSpPr>
          <p:nvPr/>
        </p:nvCxnSpPr>
        <p:spPr>
          <a:xfrm>
            <a:off x="681038" y="1130532"/>
            <a:ext cx="9011602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995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675A3-A64D-4478-8806-3A3136042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CB5AD-4393-4EB7-931B-620BB2A33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36330-87B4-45BC-85E5-211C1A5B2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438190-6CA8-4FEA-8270-1992DFD7D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99C7A-CBB9-46F8-B1C1-06B19DF05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E970-93CB-4967-AAE3-7D9320EDD692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1F0DEC-73DA-44B2-9783-85F6A76C1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AAB717-6092-4759-BE00-0A6695F8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F73B-5176-4363-A37D-59EE4F573E33}" type="slidenum">
              <a:rPr lang="fr-FR" smtClean="0"/>
              <a:t>‹#›</a:t>
            </a:fld>
            <a:endParaRPr lang="fr-FR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F5739CC-0CB9-478A-ADC7-9A6A9686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9" y="365126"/>
            <a:ext cx="8255144" cy="7903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0D587F-CECC-4EF4-A292-B66D8860A947}"/>
              </a:ext>
            </a:extLst>
          </p:cNvPr>
          <p:cNvCxnSpPr>
            <a:cxnSpLocks/>
          </p:cNvCxnSpPr>
          <p:nvPr/>
        </p:nvCxnSpPr>
        <p:spPr>
          <a:xfrm>
            <a:off x="681038" y="1130532"/>
            <a:ext cx="9011602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89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BD2405-085A-419E-B935-F378D839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E970-93CB-4967-AAE3-7D9320EDD692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46C552-A67B-43DA-ABC1-C483F19C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7B76A-5A1F-44D3-B337-9514AC9C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F73B-5176-4363-A37D-59EE4F573E33}" type="slidenum">
              <a:rPr lang="fr-FR" smtClean="0"/>
              <a:t>‹#›</a:t>
            </a:fld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30A9EF-F45C-4B23-87DD-9A752B20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9" y="365126"/>
            <a:ext cx="8255144" cy="7903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D6F525-FC8B-4B9B-A79E-089D73592CB2}"/>
              </a:ext>
            </a:extLst>
          </p:cNvPr>
          <p:cNvCxnSpPr>
            <a:cxnSpLocks/>
          </p:cNvCxnSpPr>
          <p:nvPr/>
        </p:nvCxnSpPr>
        <p:spPr>
          <a:xfrm>
            <a:off x="681038" y="1130532"/>
            <a:ext cx="9011602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446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A83EC-2906-480D-8C26-EA1D6FA6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E970-93CB-4967-AAE3-7D9320EDD692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BBEB55-E9A1-4CFB-92D4-43E3A0C7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3BD62-0020-46D7-96C5-E19C4C89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F73B-5176-4363-A37D-59EE4F573E3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6861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F15E7-F8DC-46C1-94B4-27515945C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8D69B-0FA2-42E0-823D-F2D2CFD0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BC685-A708-4265-B4B3-7C384F7AA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19B5A-815D-49BB-A32B-F05DF8A09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E970-93CB-4967-AAE3-7D9320EDD692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DBE5D-6DF9-4727-A413-EC72C09B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B8715-53BF-45C2-8B3A-E78E6810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F73B-5176-4363-A37D-59EE4F573E3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4303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9E888-7470-427B-BBEF-47DBCE3FA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D3554F-E7BA-4E99-990E-32A7EABA04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9CD57-EB38-4BAE-93AF-0ED92649D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6A1EB-CC69-412D-9F85-C2324ACD6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E970-93CB-4967-AAE3-7D9320EDD692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4EF23-376F-479D-BDC1-AA5E5FB99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2F659-2AB5-4434-9F48-1CCEFB8DE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F73B-5176-4363-A37D-59EE4F573E3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67504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G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894403" y="6515375"/>
            <a:ext cx="923774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CBAB51E-44B9-4EE4-A463-CCA150B82FFD}" type="slidenum">
              <a:rPr lang="en-US" sz="813" i="0" smtClean="0">
                <a:solidFill>
                  <a:srgbClr val="385D8A"/>
                </a:solidFill>
                <a:latin typeface="Calibri" panose="020F0502020204030204" pitchFamily="34" charset="0"/>
              </a:rPr>
              <a:pPr algn="r"/>
              <a:t>‹#›</a:t>
            </a:fld>
            <a:endParaRPr lang="en-US" sz="813" i="0" dirty="0">
              <a:solidFill>
                <a:srgbClr val="385D8A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85780"/>
            <a:ext cx="8305801" cy="725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91440" rIns="0" bIns="914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70188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49529-E88C-439A-8C95-D5D5CCAED00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3608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 GV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070673" y="6548426"/>
            <a:ext cx="923774" cy="221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38" i="0" dirty="0">
                <a:solidFill>
                  <a:srgbClr val="385D8A"/>
                </a:solidFill>
                <a:latin typeface="Calibri" panose="020F0502020204030204" pitchFamily="34" charset="0"/>
              </a:rPr>
              <a:t>Page | </a:t>
            </a:r>
            <a:fld id="{CCBAB51E-44B9-4EE4-A463-CCA150B82FFD}" type="slidenum">
              <a:rPr lang="en-US" sz="838" i="0" smtClean="0">
                <a:solidFill>
                  <a:srgbClr val="385D8A"/>
                </a:solidFill>
                <a:latin typeface="Calibri" panose="020F0502020204030204" pitchFamily="34" charset="0"/>
              </a:rPr>
              <a:pPr/>
              <a:t>‹#›</a:t>
            </a:fld>
            <a:endParaRPr lang="en-US" sz="838" i="0" dirty="0">
              <a:solidFill>
                <a:srgbClr val="385D8A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80989"/>
            <a:ext cx="8305801" cy="472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91440" rIns="0" bIns="914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19301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24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04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72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9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120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14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16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193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94600" y="6356353"/>
            <a:ext cx="2311400" cy="365125"/>
          </a:xfrm>
          <a:prstGeom prst="rect">
            <a:avLst/>
          </a:prstGeom>
        </p:spPr>
        <p:txBody>
          <a:bodyPr/>
          <a:lstStyle/>
          <a:p>
            <a:fld id="{651C7722-B39B-465B-9889-7D2DCB7AAFF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9582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ichtext Bo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11016158" y="5580994"/>
            <a:ext cx="121943" cy="243938"/>
          </a:xfrm>
          <a:prstGeom prst="rect">
            <a:avLst/>
          </a:prstGeom>
          <a:noFill/>
        </p:spPr>
        <p:txBody>
          <a:bodyPr wrap="none" lIns="60350" tIns="30175" rIns="60350" bIns="30175" rtlCol="0">
            <a:spAutoFit/>
          </a:bodyPr>
          <a:lstStyle/>
          <a:p>
            <a:endParaRPr lang="en-US" sz="1189"/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4640965" y="764704"/>
            <a:ext cx="4914546" cy="5688632"/>
          </a:xfrm>
        </p:spPr>
        <p:txBody>
          <a:bodyPr/>
          <a:lstStyle>
            <a:lvl1pPr marL="0" indent="0">
              <a:buNone/>
              <a:defRPr sz="792"/>
            </a:lvl1pPr>
            <a:lvl2pPr marL="452629" indent="-150876">
              <a:buClr>
                <a:schemeClr val="tx2"/>
              </a:buClr>
              <a:buFont typeface="Arial" panose="020B0604020202020204" pitchFamily="34" charset="0"/>
              <a:buChar char="•"/>
              <a:defRPr sz="792"/>
            </a:lvl2pPr>
            <a:lvl3pPr>
              <a:defRPr sz="792"/>
            </a:lvl3pPr>
            <a:lvl4pPr>
              <a:defRPr sz="792"/>
            </a:lvl4pPr>
            <a:lvl5pPr>
              <a:defRPr sz="792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693421" y="6537960"/>
            <a:ext cx="8550057" cy="0"/>
          </a:xfrm>
          <a:prstGeom prst="line">
            <a:avLst/>
          </a:prstGeom>
          <a:ln w="63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our_Seasons_Tree_Black_Tran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1" y="6263640"/>
            <a:ext cx="590397" cy="554126"/>
          </a:xfrm>
          <a:prstGeom prst="rect">
            <a:avLst/>
          </a:prstGeom>
        </p:spPr>
      </p:pic>
      <p:sp>
        <p:nvSpPr>
          <p:cNvPr id="6" name="Footer Placeholder 25"/>
          <p:cNvSpPr>
            <a:spLocks noGrp="1"/>
          </p:cNvSpPr>
          <p:nvPr>
            <p:ph type="ftr" sz="quarter" idx="17"/>
          </p:nvPr>
        </p:nvSpPr>
        <p:spPr>
          <a:xfrm>
            <a:off x="784169" y="6621510"/>
            <a:ext cx="8225283" cy="236490"/>
          </a:xfrm>
        </p:spPr>
        <p:txBody>
          <a:bodyPr/>
          <a:lstStyle/>
          <a:p>
            <a:r>
              <a:rPr lang="en-US"/>
              <a:t>Four seasons hotels and resorts   /</a:t>
            </a:r>
          </a:p>
        </p:txBody>
      </p:sp>
      <p:sp>
        <p:nvSpPr>
          <p:cNvPr id="7" name="Slide Number Placeholder 26"/>
          <p:cNvSpPr>
            <a:spLocks noGrp="1"/>
          </p:cNvSpPr>
          <p:nvPr>
            <p:ph type="sldNum" sz="quarter" idx="18"/>
          </p:nvPr>
        </p:nvSpPr>
        <p:spPr>
          <a:xfrm>
            <a:off x="8931443" y="6621510"/>
            <a:ext cx="312035" cy="236490"/>
          </a:xfrm>
        </p:spPr>
        <p:txBody>
          <a:bodyPr/>
          <a:lstStyle/>
          <a:p>
            <a:fld id="{DA82DB53-EC43-C548-AAF6-11E133CB7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0824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7411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086D-EE61-4497-8DDE-C9CE90E63F4F}" type="datetimeFigureOut">
              <a:rPr lang="en-US"/>
              <a:pPr>
                <a:defRPr/>
              </a:pPr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180CC-442E-4852-B750-91E1092B79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626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38AA-E081-FF40-AAD2-925FBCE9D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5F27F997-0BDD-462A-A4C3-6491884D14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6477000"/>
            <a:ext cx="3714750" cy="304800"/>
          </a:xfrm>
          <a:prstGeom prst="rect">
            <a:avLst/>
          </a:prstGeom>
        </p:spPr>
        <p:txBody>
          <a:bodyPr/>
          <a:lstStyle>
            <a:lvl1pPr>
              <a:defRPr sz="975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188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C343D-BC87-EC45-8F37-27680E478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89F179-9DB9-2D47-87A9-81DBB78912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 - DO NOT DISTRIBUTE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47740-7E8E-A44A-A8F1-1FE7D72926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DECE50-4810-D248-A5F4-7B35750BC3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C60B8D-08BB-6A46-94E8-6B9B1CE128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5299" y="1633599"/>
            <a:ext cx="6891636" cy="457200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1DD300-4EAF-E847-8D03-57F7B5E66F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299" y="2551113"/>
            <a:ext cx="6988373" cy="2625725"/>
          </a:xfrm>
          <a:prstGeom prst="rect">
            <a:avLst/>
          </a:prstGeom>
        </p:spPr>
        <p:txBody>
          <a:bodyPr lIns="0"/>
          <a:lstStyle>
            <a:lvl1pPr>
              <a:defRPr sz="19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62956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37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8B1A3-3A6B-488D-8F0E-C3F9B8101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7DA02-8934-43A0-8E57-2657E085C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902DF-12CC-4584-9ECD-D3F0EE65C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dirty="0"/>
              <a:t>AG Avril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19219-EF6E-44B6-B487-0C15ED652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26A65-339F-413E-AB7A-B0FB747C0630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026" name="Picture 2" descr="Four Seasons George V - Pierre COUNOT BLANDIN">
            <a:extLst>
              <a:ext uri="{FF2B5EF4-FFF2-40B4-BE49-F238E27FC236}">
                <a16:creationId xmlns:a16="http://schemas.microsoft.com/office/drawing/2014/main" id="{3FC01422-D666-45B5-8330-A0B1EB7DA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305" y="193615"/>
            <a:ext cx="1408435" cy="91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4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7FD9C7-4ACF-40D7-95F5-9DC8F3C9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55F5F-C8D8-4E34-A79B-AA47DD2F0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02EF2-848E-44F0-97F0-FDB7E8F536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AE970-93CB-4967-AAE3-7D9320EDD692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A1E79-7844-437D-957C-28FF67405F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0A017-846D-4AAF-A6DA-F07E6A38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DF73B-5176-4363-A37D-59EE4F573E33}" type="slidenum">
              <a:rPr lang="fr-FR" smtClean="0"/>
              <a:t>‹#›</a:t>
            </a:fld>
            <a:endParaRPr lang="fr-FR"/>
          </a:p>
        </p:txBody>
      </p:sp>
      <p:pic>
        <p:nvPicPr>
          <p:cNvPr id="8" name="Picture 2" descr="Four Seasons George V - Pierre COUNOT BLANDIN">
            <a:extLst>
              <a:ext uri="{FF2B5EF4-FFF2-40B4-BE49-F238E27FC236}">
                <a16:creationId xmlns:a16="http://schemas.microsoft.com/office/drawing/2014/main" id="{979365DA-70F8-4526-98BB-331B91097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305" y="193615"/>
            <a:ext cx="1408435" cy="91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9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60600" y="54769"/>
            <a:ext cx="1012031" cy="707232"/>
          </a:xfrm>
          <a:prstGeom prst="rect">
            <a:avLst/>
          </a:prstGeom>
        </p:spPr>
      </p:pic>
      <p:sp>
        <p:nvSpPr>
          <p:cNvPr id="9" name="Line 28"/>
          <p:cNvSpPr>
            <a:spLocks noChangeShapeType="1"/>
          </p:cNvSpPr>
          <p:nvPr/>
        </p:nvSpPr>
        <p:spPr bwMode="invGray">
          <a:xfrm>
            <a:off x="228600" y="829788"/>
            <a:ext cx="9448800" cy="0"/>
          </a:xfrm>
          <a:prstGeom prst="line">
            <a:avLst/>
          </a:prstGeom>
          <a:ln w="38100">
            <a:solidFill>
              <a:srgbClr val="385D8A"/>
            </a:solidFill>
            <a:headEnd/>
            <a:tailEnd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tIns="74295" bIns="74295" anchor="ctr"/>
          <a:lstStyle/>
          <a:p>
            <a:pPr algn="ctr" eaLnBrk="0" fontAlgn="base" hangingPunct="0">
              <a:spcBef>
                <a:spcPct val="0"/>
              </a:spcBef>
              <a:spcAft>
                <a:spcPct val="25000"/>
              </a:spcAft>
              <a:defRPr/>
            </a:pPr>
            <a:endParaRPr lang="en-US" sz="488" b="1" i="1" dirty="0">
              <a:solidFill>
                <a:srgbClr val="000000"/>
              </a:solidFill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80154"/>
            <a:ext cx="8305801" cy="745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91440" rIns="0" bIns="914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5859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</p:sldLayoutIdLst>
  <p:hf sldNum="0" hdr="0" ftr="0" dt="0"/>
  <p:txStyles>
    <p:titleStyle>
      <a:lvl1pPr algn="l" defTabSz="736421" rtl="0" eaLnBrk="0" fontAlgn="base" hangingPunct="0">
        <a:spcBef>
          <a:spcPct val="0"/>
        </a:spcBef>
        <a:spcAft>
          <a:spcPct val="0"/>
        </a:spcAft>
        <a:defRPr sz="1625" b="1">
          <a:solidFill>
            <a:schemeClr val="tx2"/>
          </a:solidFill>
          <a:latin typeface="Calibri" panose="020F0502020204030204" pitchFamily="34" charset="0"/>
          <a:ea typeface="+mj-ea"/>
          <a:cs typeface="+mj-cs"/>
        </a:defRPr>
      </a:lvl1pPr>
      <a:lvl2pPr algn="l" defTabSz="736421" rtl="0" eaLnBrk="0" fontAlgn="base" hangingPunct="0">
        <a:spcBef>
          <a:spcPct val="0"/>
        </a:spcBef>
        <a:spcAft>
          <a:spcPct val="0"/>
        </a:spcAft>
        <a:defRPr sz="2590">
          <a:solidFill>
            <a:schemeClr val="tx2"/>
          </a:solidFill>
          <a:latin typeface="Book Antiqua" pitchFamily="18" charset="0"/>
          <a:cs typeface="Arial" charset="0"/>
        </a:defRPr>
      </a:lvl2pPr>
      <a:lvl3pPr algn="l" defTabSz="736421" rtl="0" eaLnBrk="0" fontAlgn="base" hangingPunct="0">
        <a:spcBef>
          <a:spcPct val="0"/>
        </a:spcBef>
        <a:spcAft>
          <a:spcPct val="0"/>
        </a:spcAft>
        <a:defRPr sz="2590">
          <a:solidFill>
            <a:schemeClr val="tx2"/>
          </a:solidFill>
          <a:latin typeface="Book Antiqua" pitchFamily="18" charset="0"/>
          <a:cs typeface="Arial" charset="0"/>
        </a:defRPr>
      </a:lvl3pPr>
      <a:lvl4pPr algn="l" defTabSz="736421" rtl="0" eaLnBrk="0" fontAlgn="base" hangingPunct="0">
        <a:spcBef>
          <a:spcPct val="0"/>
        </a:spcBef>
        <a:spcAft>
          <a:spcPct val="0"/>
        </a:spcAft>
        <a:defRPr sz="2590">
          <a:solidFill>
            <a:schemeClr val="tx2"/>
          </a:solidFill>
          <a:latin typeface="Book Antiqua" pitchFamily="18" charset="0"/>
          <a:cs typeface="Arial" charset="0"/>
        </a:defRPr>
      </a:lvl4pPr>
      <a:lvl5pPr algn="l" defTabSz="736421" rtl="0" eaLnBrk="0" fontAlgn="base" hangingPunct="0">
        <a:spcBef>
          <a:spcPct val="0"/>
        </a:spcBef>
        <a:spcAft>
          <a:spcPct val="0"/>
        </a:spcAft>
        <a:defRPr sz="2590">
          <a:solidFill>
            <a:schemeClr val="tx2"/>
          </a:solidFill>
          <a:latin typeface="Book Antiqua" pitchFamily="18" charset="0"/>
          <a:cs typeface="Arial" charset="0"/>
        </a:defRPr>
      </a:lvl5pPr>
      <a:lvl6pPr marL="348258" algn="l" defTabSz="736421" rtl="0" fontAlgn="base">
        <a:spcBef>
          <a:spcPct val="0"/>
        </a:spcBef>
        <a:spcAft>
          <a:spcPct val="0"/>
        </a:spcAft>
        <a:defRPr sz="2590">
          <a:solidFill>
            <a:schemeClr val="tx2"/>
          </a:solidFill>
          <a:latin typeface="Book Antiqua" pitchFamily="18" charset="0"/>
          <a:cs typeface="Arial" charset="0"/>
        </a:defRPr>
      </a:lvl6pPr>
      <a:lvl7pPr marL="696516" algn="l" defTabSz="736421" rtl="0" fontAlgn="base">
        <a:spcBef>
          <a:spcPct val="0"/>
        </a:spcBef>
        <a:spcAft>
          <a:spcPct val="0"/>
        </a:spcAft>
        <a:defRPr sz="2590">
          <a:solidFill>
            <a:schemeClr val="tx2"/>
          </a:solidFill>
          <a:latin typeface="Book Antiqua" pitchFamily="18" charset="0"/>
          <a:cs typeface="Arial" charset="0"/>
        </a:defRPr>
      </a:lvl7pPr>
      <a:lvl8pPr marL="1044773" algn="l" defTabSz="736421" rtl="0" fontAlgn="base">
        <a:spcBef>
          <a:spcPct val="0"/>
        </a:spcBef>
        <a:spcAft>
          <a:spcPct val="0"/>
        </a:spcAft>
        <a:defRPr sz="2590">
          <a:solidFill>
            <a:schemeClr val="tx2"/>
          </a:solidFill>
          <a:latin typeface="Book Antiqua" pitchFamily="18" charset="0"/>
          <a:cs typeface="Arial" charset="0"/>
        </a:defRPr>
      </a:lvl8pPr>
      <a:lvl9pPr marL="1393031" algn="l" defTabSz="736421" rtl="0" fontAlgn="base">
        <a:spcBef>
          <a:spcPct val="0"/>
        </a:spcBef>
        <a:spcAft>
          <a:spcPct val="0"/>
        </a:spcAft>
        <a:defRPr sz="2590">
          <a:solidFill>
            <a:schemeClr val="tx2"/>
          </a:solidFill>
          <a:latin typeface="Book Antiqua" pitchFamily="18" charset="0"/>
          <a:cs typeface="Arial" charset="0"/>
        </a:defRPr>
      </a:lvl9pPr>
    </p:titleStyle>
    <p:bodyStyle>
      <a:lvl1pPr marL="276914" indent="-276914" algn="l" defTabSz="736421" rtl="0" eaLnBrk="0" fontAlgn="base" hangingPunct="0">
        <a:spcBef>
          <a:spcPct val="20000"/>
        </a:spcBef>
        <a:spcAft>
          <a:spcPct val="0"/>
        </a:spcAft>
        <a:buChar char="•"/>
        <a:defRPr sz="259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597359" indent="-229753" algn="l" defTabSz="736421" rtl="0" eaLnBrk="0" fontAlgn="base" hangingPunct="0">
        <a:spcBef>
          <a:spcPct val="20000"/>
        </a:spcBef>
        <a:spcAft>
          <a:spcPct val="0"/>
        </a:spcAft>
        <a:buChar char="–"/>
        <a:defRPr sz="2209">
          <a:solidFill>
            <a:schemeClr val="tx1"/>
          </a:solidFill>
          <a:latin typeface="Calibri" panose="020F0502020204030204" pitchFamily="34" charset="0"/>
          <a:cs typeface="+mn-cs"/>
        </a:defRPr>
      </a:lvl2pPr>
      <a:lvl3pPr marL="920224" indent="-183803" algn="l" defTabSz="736421" rtl="0" eaLnBrk="0" fontAlgn="base" hangingPunct="0">
        <a:spcBef>
          <a:spcPct val="20000"/>
        </a:spcBef>
        <a:spcAft>
          <a:spcPct val="0"/>
        </a:spcAft>
        <a:buChar char="•"/>
        <a:defRPr sz="1981">
          <a:solidFill>
            <a:schemeClr val="tx1"/>
          </a:solidFill>
          <a:latin typeface="Calibri" panose="020F0502020204030204" pitchFamily="34" charset="0"/>
          <a:cs typeface="+mn-cs"/>
        </a:defRPr>
      </a:lvl3pPr>
      <a:lvl4pPr marL="1284201" indent="-178966" algn="l" defTabSz="736421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Calibri" panose="020F0502020204030204" pitchFamily="34" charset="0"/>
          <a:cs typeface="+mn-cs"/>
        </a:defRPr>
      </a:lvl4pPr>
      <a:lvl5pPr marL="1656643" indent="-183803" algn="l" defTabSz="736421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Calibri" panose="020F0502020204030204" pitchFamily="34" charset="0"/>
          <a:cs typeface="+mn-cs"/>
        </a:defRPr>
      </a:lvl5pPr>
      <a:lvl6pPr marL="2004901" indent="-183803" algn="l" defTabSz="736421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353158" indent="-183803" algn="l" defTabSz="736421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2701416" indent="-183803" algn="l" defTabSz="736421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049674" indent="-183803" algn="l" defTabSz="736421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96516" rtl="0" eaLnBrk="1" latinLnBrk="0" hangingPunct="1">
        <a:defRPr sz="1372" kern="1200">
          <a:solidFill>
            <a:schemeClr val="tx1"/>
          </a:solidFill>
          <a:latin typeface="+mn-lt"/>
          <a:ea typeface="+mn-ea"/>
          <a:cs typeface="+mn-cs"/>
        </a:defRPr>
      </a:lvl1pPr>
      <a:lvl2pPr marL="348258" algn="l" defTabSz="696516" rtl="0" eaLnBrk="1" latinLnBrk="0" hangingPunct="1">
        <a:defRPr sz="1372" kern="1200">
          <a:solidFill>
            <a:schemeClr val="tx1"/>
          </a:solidFill>
          <a:latin typeface="+mn-lt"/>
          <a:ea typeface="+mn-ea"/>
          <a:cs typeface="+mn-cs"/>
        </a:defRPr>
      </a:lvl2pPr>
      <a:lvl3pPr marL="696516" algn="l" defTabSz="696516" rtl="0" eaLnBrk="1" latinLnBrk="0" hangingPunct="1">
        <a:defRPr sz="1372" kern="1200">
          <a:solidFill>
            <a:schemeClr val="tx1"/>
          </a:solidFill>
          <a:latin typeface="+mn-lt"/>
          <a:ea typeface="+mn-ea"/>
          <a:cs typeface="+mn-cs"/>
        </a:defRPr>
      </a:lvl3pPr>
      <a:lvl4pPr marL="1044773" algn="l" defTabSz="696516" rtl="0" eaLnBrk="1" latinLnBrk="0" hangingPunct="1">
        <a:defRPr sz="1372" kern="1200">
          <a:solidFill>
            <a:schemeClr val="tx1"/>
          </a:solidFill>
          <a:latin typeface="+mn-lt"/>
          <a:ea typeface="+mn-ea"/>
          <a:cs typeface="+mn-cs"/>
        </a:defRPr>
      </a:lvl4pPr>
      <a:lvl5pPr marL="1393031" algn="l" defTabSz="696516" rtl="0" eaLnBrk="1" latinLnBrk="0" hangingPunct="1">
        <a:defRPr sz="1372" kern="1200">
          <a:solidFill>
            <a:schemeClr val="tx1"/>
          </a:solidFill>
          <a:latin typeface="+mn-lt"/>
          <a:ea typeface="+mn-ea"/>
          <a:cs typeface="+mn-cs"/>
        </a:defRPr>
      </a:lvl5pPr>
      <a:lvl6pPr marL="1741289" algn="l" defTabSz="696516" rtl="0" eaLnBrk="1" latinLnBrk="0" hangingPunct="1">
        <a:defRPr sz="1372" kern="1200">
          <a:solidFill>
            <a:schemeClr val="tx1"/>
          </a:solidFill>
          <a:latin typeface="+mn-lt"/>
          <a:ea typeface="+mn-ea"/>
          <a:cs typeface="+mn-cs"/>
        </a:defRPr>
      </a:lvl6pPr>
      <a:lvl7pPr marL="2089547" algn="l" defTabSz="696516" rtl="0" eaLnBrk="1" latinLnBrk="0" hangingPunct="1">
        <a:defRPr sz="1372" kern="1200">
          <a:solidFill>
            <a:schemeClr val="tx1"/>
          </a:solidFill>
          <a:latin typeface="+mn-lt"/>
          <a:ea typeface="+mn-ea"/>
          <a:cs typeface="+mn-cs"/>
        </a:defRPr>
      </a:lvl7pPr>
      <a:lvl8pPr marL="2437805" algn="l" defTabSz="696516" rtl="0" eaLnBrk="1" latinLnBrk="0" hangingPunct="1">
        <a:defRPr sz="1372" kern="1200">
          <a:solidFill>
            <a:schemeClr val="tx1"/>
          </a:solidFill>
          <a:latin typeface="+mn-lt"/>
          <a:ea typeface="+mn-ea"/>
          <a:cs typeface="+mn-cs"/>
        </a:defRPr>
      </a:lvl8pPr>
      <a:lvl9pPr marL="2786063" algn="l" defTabSz="696516" rtl="0" eaLnBrk="1" latinLnBrk="0" hangingPunct="1">
        <a:defRPr sz="13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AB11E62-0368-453C-8243-BF6B08D075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8948686"/>
              </p:ext>
            </p:extLst>
          </p:nvPr>
        </p:nvGraphicFramePr>
        <p:xfrm>
          <a:off x="882374" y="2926776"/>
          <a:ext cx="8671290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183">
                  <a:extLst>
                    <a:ext uri="{9D8B030D-6E8A-4147-A177-3AD203B41FA5}">
                      <a16:colId xmlns:a16="http://schemas.microsoft.com/office/drawing/2014/main" val="3549933952"/>
                    </a:ext>
                  </a:extLst>
                </a:gridCol>
                <a:gridCol w="3013750">
                  <a:extLst>
                    <a:ext uri="{9D8B030D-6E8A-4147-A177-3AD203B41FA5}">
                      <a16:colId xmlns:a16="http://schemas.microsoft.com/office/drawing/2014/main" val="3557080517"/>
                    </a:ext>
                  </a:extLst>
                </a:gridCol>
                <a:gridCol w="3029357">
                  <a:extLst>
                    <a:ext uri="{9D8B030D-6E8A-4147-A177-3AD203B41FA5}">
                      <a16:colId xmlns:a16="http://schemas.microsoft.com/office/drawing/2014/main" val="3514923915"/>
                    </a:ext>
                  </a:extLst>
                </a:gridCol>
              </a:tblGrid>
              <a:tr h="276301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Eliminate single use plastic by year end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Finalize bulk amenities program by year end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Roof-top solar panel study by June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Feasibility study for recycling water from Jacuzzi and spa for back of house toilets by June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Enhanced electricity conservation through Lutron system implementation and new generation AC/ heating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Partake in the FS global energy platform and validate data at end of the year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Maximization of BMS efficiency and carbon footprint awareness and tracking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 audit for sustainability Q3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Responsible sourcing across all F&amp;B 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sz="1400" dirty="0"/>
                    </a:p>
                  </a:txBody>
                  <a:tcPr>
                    <a:solidFill>
                      <a:schemeClr val="bg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Roof top garden study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Food Waste tracking for the kitchen (pilot with canteen) Q4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Define project to further enhance composting of food at Potager Q4</a:t>
                      </a:r>
                    </a:p>
                    <a:p>
                      <a:endParaRPr lang="fr-FR" sz="14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endParaRPr lang="fr-FR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258332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AA93235-2E76-430C-9565-320D64987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10" y="354400"/>
            <a:ext cx="8347275" cy="691887"/>
          </a:xfrm>
        </p:spPr>
        <p:txBody>
          <a:bodyPr>
            <a:normAutofit fontScale="90000"/>
          </a:bodyPr>
          <a:lstStyle/>
          <a:p>
            <a:r>
              <a:rPr lang="fr-FR" i="0" dirty="0"/>
              <a:t>FSGV Strategic Environnemental Initiatives For 2022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E9036-EE12-47E3-B2EF-E5566C60B490}"/>
              </a:ext>
            </a:extLst>
          </p:cNvPr>
          <p:cNvSpPr txBox="1"/>
          <p:nvPr/>
        </p:nvSpPr>
        <p:spPr>
          <a:xfrm>
            <a:off x="1062244" y="1848146"/>
            <a:ext cx="2265389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i="0" dirty="0">
                <a:solidFill>
                  <a:schemeClr val="tx1"/>
                </a:solidFill>
              </a:rPr>
              <a:t>DESIGNING SUSTAINABLE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i="0" dirty="0">
                <a:solidFill>
                  <a:schemeClr val="tx1"/>
                </a:solidFill>
              </a:rPr>
              <a:t>ENVIRONMENTS</a:t>
            </a:r>
          </a:p>
          <a:p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A5B669-4EFE-4278-994B-DA8803F8E968}"/>
              </a:ext>
            </a:extLst>
          </p:cNvPr>
          <p:cNvSpPr txBox="1"/>
          <p:nvPr/>
        </p:nvSpPr>
        <p:spPr>
          <a:xfrm>
            <a:off x="3870639" y="1912594"/>
            <a:ext cx="226538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i="0" dirty="0">
                <a:solidFill>
                  <a:schemeClr val="tx1"/>
                </a:solidFill>
              </a:rPr>
              <a:t>MINIMISING OUR FOOTPRINT</a:t>
            </a:r>
          </a:p>
          <a:p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CFDD14-22A4-4DC2-9766-61B1E84934C2}"/>
              </a:ext>
            </a:extLst>
          </p:cNvPr>
          <p:cNvSpPr txBox="1"/>
          <p:nvPr/>
        </p:nvSpPr>
        <p:spPr>
          <a:xfrm>
            <a:off x="6762924" y="1912594"/>
            <a:ext cx="2265389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i="0" dirty="0">
                <a:solidFill>
                  <a:schemeClr val="tx1"/>
                </a:solidFill>
              </a:rPr>
              <a:t>CONNECTING TO THE ENVIRONMENT LOCALLY</a:t>
            </a:r>
          </a:p>
          <a:p>
            <a:endParaRPr lang="fr-F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4AFF49-7BA2-4450-BC28-DF3C32ECDC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545285" y="1524000"/>
            <a:ext cx="8671290" cy="495502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450318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FS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FS" id="{789C57ED-3285-46F0-AF2F-8BBF6B28CB13}" vid="{507683C2-66F8-4BAC-B5DD-185A6D33AFF7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ook Antiqua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667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667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B953D16D7FC429D061347AA32414F" ma:contentTypeVersion="12" ma:contentTypeDescription="Crée un document." ma:contentTypeScope="" ma:versionID="57e5c7fcf09e914310672588fa30676a">
  <xsd:schema xmlns:xsd="http://www.w3.org/2001/XMLSchema" xmlns:xs="http://www.w3.org/2001/XMLSchema" xmlns:p="http://schemas.microsoft.com/office/2006/metadata/properties" xmlns:ns2="841a9159-1a26-42a0-af7f-17bb0561714f" xmlns:ns3="d03b4de4-6845-4292-8df0-d78e5c701096" targetNamespace="http://schemas.microsoft.com/office/2006/metadata/properties" ma:root="true" ma:fieldsID="9ae0267178f5124e260184ebf59f6165" ns2:_="" ns3:_="">
    <xsd:import namespace="841a9159-1a26-42a0-af7f-17bb0561714f"/>
    <xsd:import namespace="d03b4de4-6845-4292-8df0-d78e5c70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1a9159-1a26-42a0-af7f-17bb056171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3b4de4-6845-4292-8df0-d78e5c70109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682AB9-4370-467A-B89E-737F0F77876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204915F-3239-4956-81C0-FD2D5970A8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0B29CD-7747-4824-AF5D-DC83D6610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1a9159-1a26-42a0-af7f-17bb0561714f"/>
    <ds:schemaRef ds:uri="d03b4de4-6845-4292-8df0-d78e5c7010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FS</Template>
  <TotalTime>218</TotalTime>
  <Words>130</Words>
  <Application>Microsoft Office PowerPoint</Application>
  <PresentationFormat>A4 Paper (210x297 mm)</PresentationFormat>
  <Paragraphs>27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Theme FS</vt:lpstr>
      <vt:lpstr>Custom Design</vt:lpstr>
      <vt:lpstr>1_Default Design</vt:lpstr>
      <vt:lpstr>FSGV Strategic Environnemental Initiatives For 2022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Joannah HUNTLEY-COMMERE</dc:creator>
  <cp:lastModifiedBy>Joannah HUNTLEY-COMMERE</cp:lastModifiedBy>
  <cp:revision>14</cp:revision>
  <cp:lastPrinted>2022-05-13T13:54:44Z</cp:lastPrinted>
  <dcterms:created xsi:type="dcterms:W3CDTF">2022-05-10T11:30:13Z</dcterms:created>
  <dcterms:modified xsi:type="dcterms:W3CDTF">2022-07-21T17:27:51Z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0x010100027B953D16D7FC429D061347AA32414F</vt:lpwstr>
  </property>
</Properties>
</file>